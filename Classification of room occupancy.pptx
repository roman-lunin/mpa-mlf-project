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01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72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42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5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358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41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6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05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28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82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05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1151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823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84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738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52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69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2C3214-837E-4CD9-B0F4-2B7F73E4E66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5AE93AF-3289-4565-BD5C-C9FD0CEF5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487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97797A-627A-78A8-0CF4-D73D7B133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Classification of room occupancy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392FE2D-2CFA-629A-14CA-529EBBBC84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 </a:t>
            </a:r>
          </a:p>
          <a:p>
            <a:r>
              <a:rPr lang="en-US" dirty="0">
                <a:effectLst/>
              </a:rPr>
              <a:t>MPA-MLF - Final project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CFD27199-139A-4EC5-312C-75B8A567CF44}"/>
              </a:ext>
            </a:extLst>
          </p:cNvPr>
          <p:cNvSpPr txBox="1"/>
          <p:nvPr/>
        </p:nvSpPr>
        <p:spPr>
          <a:xfrm>
            <a:off x="790590" y="5742038"/>
            <a:ext cx="1746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Roman Lunin</a:t>
            </a:r>
          </a:p>
          <a:p>
            <a:r>
              <a:rPr lang="en-US" dirty="0"/>
              <a:t>Mark Kovychev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134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D87F6A-436C-C55A-61EE-19698B31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noProof="0" dirty="0">
                <a:solidFill>
                  <a:schemeClr val="tx1"/>
                </a:solidFill>
                <a:highlight>
                  <a:srgbClr val="000080"/>
                </a:highlight>
              </a:rPr>
              <a:t>Task Description: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B058673F-2F43-992C-2575-B52AB486CBEA}"/>
              </a:ext>
            </a:extLst>
          </p:cNvPr>
          <p:cNvSpPr txBox="1"/>
          <p:nvPr/>
        </p:nvSpPr>
        <p:spPr>
          <a:xfrm>
            <a:off x="1238863" y="1580050"/>
            <a:ext cx="1049101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Classify the number of persons in a room based on delay-Doppler images</a:t>
            </a:r>
          </a:p>
          <a:p>
            <a:endParaRPr lang="en-US" sz="2800" dirty="0"/>
          </a:p>
          <a:p>
            <a:r>
              <a:rPr lang="en-US" sz="2800" dirty="0"/>
              <a:t>Classes: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Class 0 → empty room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Class 1 → one person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Class 2 → two persons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Class 3 → three persons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Goal:</a:t>
            </a:r>
          </a:p>
          <a:p>
            <a:r>
              <a:rPr lang="en-US" sz="2800" dirty="0"/>
              <a:t>achieve the highest possible accuracy </a:t>
            </a:r>
          </a:p>
          <a:p>
            <a:endParaRPr lang="en-US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8884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8E23F4-4970-45CE-A0F0-99F51232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highlight>
                  <a:srgbClr val="000080"/>
                </a:highlight>
              </a:rPr>
              <a:t>Solution</a:t>
            </a:r>
            <a:endParaRPr lang="ru-RU" dirty="0">
              <a:highlight>
                <a:srgbClr val="000080"/>
              </a:highlight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27FF5AD-B2A3-EC7A-FFF6-66094F018F7A}"/>
              </a:ext>
            </a:extLst>
          </p:cNvPr>
          <p:cNvSpPr txBox="1"/>
          <p:nvPr/>
        </p:nvSpPr>
        <p:spPr>
          <a:xfrm>
            <a:off x="461511" y="1580050"/>
            <a:ext cx="58114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Loading and preprocessing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mapping IDs to image paths (id + 1)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normalization of input images </a:t>
            </a:r>
          </a:p>
          <a:p>
            <a:endParaRPr lang="en-US" sz="2400" dirty="0"/>
          </a:p>
          <a:p>
            <a:r>
              <a:rPr lang="en-US" sz="2400" dirty="0"/>
              <a:t>2. Handling class imbalance: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inverse class weights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Higher importance for class 3</a:t>
            </a:r>
          </a:p>
          <a:p>
            <a:endParaRPr lang="en-US" sz="2400" dirty="0"/>
          </a:p>
          <a:p>
            <a:r>
              <a:rPr lang="en-US" sz="2400" dirty="0"/>
              <a:t>3. Data augmentation: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 transformations (shift, scale, color)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improved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ru-RU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7E93D8A-56FE-4656-E31B-BD9F478B20F7}"/>
              </a:ext>
            </a:extLst>
          </p:cNvPr>
          <p:cNvSpPr txBox="1"/>
          <p:nvPr/>
        </p:nvSpPr>
        <p:spPr>
          <a:xfrm>
            <a:off x="6725265" y="1580050"/>
            <a:ext cx="58114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EfficientNet-B1 (pretrained)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adapted for 4 classes</a:t>
            </a:r>
          </a:p>
          <a:p>
            <a:endParaRPr lang="en-US" sz="2400" dirty="0"/>
          </a:p>
          <a:p>
            <a:r>
              <a:rPr lang="en-US" sz="2400" dirty="0"/>
              <a:t>5. Training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5-fold cross-validation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stable performance across the dataset</a:t>
            </a:r>
          </a:p>
          <a:p>
            <a:endParaRPr lang="en-US" sz="2400" dirty="0"/>
          </a:p>
          <a:p>
            <a:r>
              <a:rPr lang="en-US" sz="2400" dirty="0"/>
              <a:t>6. Final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ensemble of 10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test-time augmentation (TTA)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86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ACC574-4D36-C099-5D59-285AB6E5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noProof="0" dirty="0">
                <a:highlight>
                  <a:srgbClr val="000080"/>
                </a:highlight>
              </a:rPr>
              <a:t>Results: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53F5932B-1AA1-A7FB-4AB8-F6384CF9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99" y="3998799"/>
            <a:ext cx="7127424" cy="2448304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824809F2-73C9-D4FA-AE11-14C05E00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213" y="3329483"/>
            <a:ext cx="3572960" cy="311762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B6624D0E-55C0-1B40-6D1F-A31C8C96F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525" y="3555910"/>
            <a:ext cx="4080247" cy="195731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5D4DE089-7AB9-984B-6FDC-D8CCD366DE20}"/>
              </a:ext>
            </a:extLst>
          </p:cNvPr>
          <p:cNvSpPr txBox="1"/>
          <p:nvPr/>
        </p:nvSpPr>
        <p:spPr>
          <a:xfrm>
            <a:off x="913795" y="1357566"/>
            <a:ext cx="4370107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best accuracy is 97.291%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Kaggle score is 0.97667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746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BBCB68-EC8F-A0F6-B477-A3477960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000080"/>
                </a:highlight>
              </a:rPr>
              <a:t>Thank you for your attention!!!</a:t>
            </a:r>
            <a:endParaRPr lang="ru-R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68112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řidlice">
  <a:themeElements>
    <a:clrScheme name="Břidlic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Břidlic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řidlic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TM04033929[[fn=Břidlice]]</Template>
  <TotalTime>37</TotalTime>
  <Words>165</Words>
  <Application>Microsoft Office PowerPoint</Application>
  <PresentationFormat>Širokoúhlá obrazovka</PresentationFormat>
  <Paragraphs>45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Arial</vt:lpstr>
      <vt:lpstr>Calisto MT</vt:lpstr>
      <vt:lpstr>Wingdings 2</vt:lpstr>
      <vt:lpstr>Břidlice</vt:lpstr>
      <vt:lpstr>Classification of room occupancy </vt:lpstr>
      <vt:lpstr>Task Description:</vt:lpstr>
      <vt:lpstr>Solution</vt:lpstr>
      <vt:lpstr>Results:</vt:lpstr>
      <vt:lpstr>Thank you for your attention!!!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Лунин</dc:creator>
  <cp:lastModifiedBy>Роман Лунин</cp:lastModifiedBy>
  <cp:revision>3</cp:revision>
  <dcterms:created xsi:type="dcterms:W3CDTF">2026-04-29T17:54:08Z</dcterms:created>
  <dcterms:modified xsi:type="dcterms:W3CDTF">2026-04-30T22:28:52Z</dcterms:modified>
</cp:coreProperties>
</file>